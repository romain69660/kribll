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72" r:id="rId3"/>
    <p:sldId id="271" r:id="rId4"/>
    <p:sldId id="273" r:id="rId5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93" autoAdjust="0"/>
  </p:normalViewPr>
  <p:slideViewPr>
    <p:cSldViewPr>
      <p:cViewPr varScale="1">
        <p:scale>
          <a:sx n="77" d="100"/>
          <a:sy n="77" d="100"/>
        </p:scale>
        <p:origin x="154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8C648-E0D9-4D83-800E-3C22DAF722FB}" type="datetimeFigureOut">
              <a:rPr lang="fr-FR" smtClean="0"/>
              <a:t>17/09/2026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B0C33-D99C-40D1-87A0-EF93D1717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5091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8B0C33-D99C-40D1-87A0-EF93D17171B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804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E02DC-3195-4DC5-B19F-92E643B7D3F7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571A7-2941-4FDE-9E13-F3DE6CBA0C7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47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7D46B-02ED-47B4-9CA6-C99D9D6EDB02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292D97-E67A-4186-BB9C-D95A1259794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946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0F250-3E61-4992-B769-D7BCF9824401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B5B22-0795-4D34-96DE-C49D0C0C6E4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668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E94FBD-A20F-4F6F-89B4-16FABA49CA1E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54E12-5C7B-4BA2-9DB8-E8B649B9401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5907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B7CDD5-2901-4B7D-B13A-740F0162608E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CC936-D9B4-44E0-AC82-A43717867D4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270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A714B-1BB7-46E8-A057-958B2E00FA76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373F3-4D56-4415-B33C-3E85F4DE2B7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975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B134E-6F5B-4D35-80F4-F5DF47F5F3E5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D10A-0F74-4B2E-98AF-BD699C0124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58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0774C-4A1B-4D41-A592-6617863E4C45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29D087-0439-4E1D-9A3E-6F374B7CE9F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84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C4D58-A9B7-4A35-810E-5F7710684DA5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DC0A3F-A350-4860-AE79-25604867B53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67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641E8-B1BA-4AFB-9162-C01F92544C86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EFDF1D-0C33-49AB-A37F-0BBE9DA18FE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79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500D20-9E0D-4CD1-8DAB-79AE353ADF32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66D1C-3EDE-41CE-A2CE-AFE8DC0624C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16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0B704E1-577E-49E1-A356-41DD427FA71C}" type="datetimeFigureOut">
              <a:rPr lang="fr-FR"/>
              <a:pPr>
                <a:defRPr/>
              </a:pPr>
              <a:t>17/09/2026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C1900AB-E5A1-4505-AEB6-9A3A932FBA3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7583488" y="6488113"/>
            <a:ext cx="1309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Référence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9388" y="188914"/>
            <a:ext cx="8785225" cy="555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rgbClr val="FFFFFF"/>
                </a:solidFill>
                <a:cs typeface="Arial" charset="0"/>
              </a:rPr>
              <a:t>Emplacement et dimension de la référence n°1 </a:t>
            </a:r>
          </a:p>
        </p:txBody>
      </p:sp>
      <p:sp>
        <p:nvSpPr>
          <p:cNvPr id="3077" name="ZoneTexte 4"/>
          <p:cNvSpPr txBox="1">
            <a:spLocks noChangeArrowheads="1"/>
          </p:cNvSpPr>
          <p:nvPr/>
        </p:nvSpPr>
        <p:spPr bwMode="auto">
          <a:xfrm>
            <a:off x="5508104" y="5876925"/>
            <a:ext cx="3456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« Nom Architecte Mandataire»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0B89BB-1AC1-450E-9895-6A46932D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739309"/>
            <a:ext cx="6948488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NOM DE LA REFERENCE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 dirty="0"/>
              <a:t>(le cas échéant, le nom de l’architecte cotraitant qui apporte la référence pour l’équipe)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Typologie du projet : Année :                      Coût :                                   SDP traitée : 	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Nom du maître d'ouvrage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Etat d’avancement :		Rôle / Mission du candidat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Performance environnementale visée :</a:t>
            </a:r>
            <a:endParaRPr lang="fr-FR" altLang="fr-FR" sz="1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6"/>
          <p:cNvSpPr>
            <a:spLocks noChangeArrowheads="1"/>
          </p:cNvSpPr>
          <p:nvPr/>
        </p:nvSpPr>
        <p:spPr bwMode="auto">
          <a:xfrm>
            <a:off x="7583488" y="6488113"/>
            <a:ext cx="1309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Référence 2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C2B33F45-53EC-F1EA-C877-966205D70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5876925"/>
            <a:ext cx="3456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« Nom Architecte Mandataire»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530880-017F-5EC0-E6A0-649B8535A356}"/>
              </a:ext>
            </a:extLst>
          </p:cNvPr>
          <p:cNvSpPr/>
          <p:nvPr/>
        </p:nvSpPr>
        <p:spPr>
          <a:xfrm>
            <a:off x="179388" y="188914"/>
            <a:ext cx="8785225" cy="555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rgbClr val="FFFFFF"/>
                </a:solidFill>
                <a:cs typeface="Arial" charset="0"/>
              </a:rPr>
              <a:t>Emplacement et dimension de la référence n°2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6DA4F3-0E9E-15A0-AC5A-54F3B6371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739309"/>
            <a:ext cx="6948488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NOM DE LA REFERENCE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 dirty="0"/>
              <a:t>(le cas échéant, le nom de l’architecte cotraitant qui apporte la référence pour l’équipe)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Typologie du projet : Année :                      Coût :                                   SDP traitée : 	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Nom du maître d'ouvrage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Etat d’avancement :		Rôle / Mission du candidat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Performance environnementale visée :</a:t>
            </a:r>
            <a:endParaRPr lang="fr-FR" altLang="fr-FR" sz="1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ChangeArrowheads="1"/>
          </p:cNvSpPr>
          <p:nvPr/>
        </p:nvSpPr>
        <p:spPr bwMode="auto">
          <a:xfrm>
            <a:off x="7583488" y="6488113"/>
            <a:ext cx="1309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Référence 3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30FE2F84-4DB2-6F5D-FBC4-F5E34E2F3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5876925"/>
            <a:ext cx="3456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« Nom Architecte Mandataire»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AE8EC-CBAC-CD94-6428-01B8A2EAE7E2}"/>
              </a:ext>
            </a:extLst>
          </p:cNvPr>
          <p:cNvSpPr/>
          <p:nvPr/>
        </p:nvSpPr>
        <p:spPr>
          <a:xfrm>
            <a:off x="179388" y="188914"/>
            <a:ext cx="8785225" cy="555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rgbClr val="FFFFFF"/>
                </a:solidFill>
                <a:cs typeface="Arial" charset="0"/>
              </a:rPr>
              <a:t>Emplacement et dimension de la référence n°3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F31733-48D7-207C-1895-C941CF66C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739309"/>
            <a:ext cx="6948488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NOM DE LA REFERENCE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 dirty="0"/>
              <a:t>(le cas échéant, le nom de l’architecte cotraitant qui apporte la référence pour l’équipe)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Typologie du projet : Année :                      Coût :                                   SDP traitée : 	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Nom du maître d'ouvrage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Etat d’avancement :		Rôle / Mission du candidat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Performance environnementale visée :</a:t>
            </a:r>
            <a:endParaRPr lang="fr-FR" altLang="fr-FR" sz="1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6"/>
          <p:cNvSpPr>
            <a:spLocks noChangeArrowheads="1"/>
          </p:cNvSpPr>
          <p:nvPr/>
        </p:nvSpPr>
        <p:spPr bwMode="auto">
          <a:xfrm>
            <a:off x="7583488" y="6488113"/>
            <a:ext cx="1309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/>
              <a:t>Référence 4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A7C2A4BE-32ED-13EF-237C-A9FA412C9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5876925"/>
            <a:ext cx="345650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« Nom Architecte Mandataire»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3FCF2E-274A-6058-C90B-4616673F7E39}"/>
              </a:ext>
            </a:extLst>
          </p:cNvPr>
          <p:cNvSpPr/>
          <p:nvPr/>
        </p:nvSpPr>
        <p:spPr>
          <a:xfrm>
            <a:off x="179388" y="188914"/>
            <a:ext cx="8785225" cy="55503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>
                <a:solidFill>
                  <a:srgbClr val="FFFFFF"/>
                </a:solidFill>
                <a:cs typeface="Arial" charset="0"/>
              </a:rPr>
              <a:t>Emplacement et dimension de la référence n°4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56EC8C-9672-1A3F-9521-C866A30A6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5739309"/>
            <a:ext cx="6948488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b="1" dirty="0"/>
              <a:t>NOM DE LA REFERENCE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b="1" dirty="0"/>
              <a:t>(le cas échéant, le nom de l’architecte cotraitant qui apporte la référence pour l’équipe)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Typologie du projet : Année :                      Coût :                                   SDP traitée : 	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Nom du maître d'ouvrage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Etat d’avancement :		Rôle / Mission du candidat 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000" dirty="0"/>
              <a:t>Performance environnementale visée :</a:t>
            </a:r>
            <a:endParaRPr lang="fr-FR" altLang="fr-FR" sz="1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281</Words>
  <Application>Microsoft Office PowerPoint</Application>
  <PresentationFormat>Affichage à l'écran (4:3)</PresentationFormat>
  <Paragraphs>37</Paragraphs>
  <Slides>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7" baseType="lpstr">
      <vt:lpstr>Arial</vt:lpstr>
      <vt:lpstr>Calibri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Damien COURT</dc:creator>
  <cp:lastModifiedBy>Justine Crolla</cp:lastModifiedBy>
  <cp:revision>27</cp:revision>
  <dcterms:created xsi:type="dcterms:W3CDTF">2011-06-27T14:05:40Z</dcterms:created>
  <dcterms:modified xsi:type="dcterms:W3CDTF">2026-09-17T12:50:03Z</dcterms:modified>
</cp:coreProperties>
</file>